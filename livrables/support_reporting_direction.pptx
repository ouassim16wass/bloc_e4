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LIVRABLE 3 : SUPPORT DE REPORTING DIRECTION (C22)
Format : oral de 10 minutes puis 10 minutes de questions.
Conforme a la charte de reporting : 8 slides maximum, un message par slide,
un tableau maximum par slide, statut vert/orange/rouge, une decision attendue.
Les notes orateur sont dans les commentaires sous chaque slide.
Export : Marp (extension VS Code ou marp-cli), sortie PDF ou PPTX.
Notes orateur (30 secondes) :
Bonjour. Je suis le Lead Data du projet MobilityPulse. La direction de NovaVille a confie
le passage a l echelle de la solution a l equipe Data Engineering, dont je suis le responsable.
Ma mission : securiser le deploiement pilote sur 12 semaines. La solution existe deja en
prototype : mon travail n est pas de la developper, mais de piloter son adoption.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orateur (1 minute) :
Le message a retenir : la solution existe, ce dossier organise son adoption.
Chaque limite constatee par la direction trouve sa reponse dans un livrable.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orateur (1 minute 30) :
Le sequencement suit les dependances du backlog : la gouvernance precede l escalade,
la definition des KPI precede le reporting. Les phases produit et accompagnement se
chevauchent volontairement : les agents ont peu de temps, on etale les formations.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orateur (1 minute 30) :
Justification de la methode : deux natures de travail differentes. Les evolutions produit
sont planifiables en sprints, lisibles pour la direction. Le flux support est imprevisible,
un Kanban est plus honnete. Le rythme court force les arbitrages, ce qui traite le risque
de conflit IT et metier.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orateur (1 minute 30) :
Tous les chiffres viennent du dossier fourni par la direction, rien n est invente.
En tant que Lead Data, je garantis la fiabilite de ces indicateurs : un glossaire
documente la formule et l owner de chaque KPI. C est la reponse au retour des analystes
sur les definitions imprecises.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orateur (1 minute) :
Six risques au registre, les trois majeurs sont ici. La mitigation est preventive,
la contingence est le plan B si le signal passe au rouge. Le seuil est defini a l avance :
pas d improvisation en cours de pilote.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orateur (1 minute) :
Trois retours combinent impact eleve et frequence elevee : ils passent en premier.
L accessibilite est remontee en priorite malgre sa frequence occasionnelle : c est une
exigence d inclusion du projet, pas une 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orateur (1 minute) :
Le parcours est progressif : informer, former, accompagner sur poste, rendre autonome.
Chaque support est valide type RGAA par le referent accessibilite avant diffusion.
La formation cree l adoption, le support l empeche de retomber.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orateur (1 minute) :
Je termine par ce que j attends du comite : quatre validations, deux des cette semaine.
Merci de votre attention, je suis pret pour vos questions.
Ensuite : 10 minutes de questions, reponses preparees dans docs/SOUTENANCE_ORALE.md.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MobilityPulse</dc:title>
  <dc:subject>PptxGenJS Presentation</dc:subject>
  <dc:creator>Created by Marp</dc:creator>
  <cp:lastModifiedBy>Created by Marp</cp:lastModifiedBy>
  <cp:revision>1</cp:revision>
  <dcterms:created xsi:type="dcterms:W3CDTF">2026-07-21T10:33:22Z</dcterms:created>
  <dcterms:modified xsi:type="dcterms:W3CDTF">2026-07-21T10:33:22Z</dcterms:modified>
</cp:coreProperties>
</file>